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[1장 · 약 1분]
저희는 창작 과정을 증명하는 서비스를 만듭니다. 이름은 Trace입니다.
결과물만 보고는 사람이 만들었는지 알 수 없게 됐습니다. 그런데 과정은 다릅니다. 한 시간짜리 작업의 기록은 한 시간을 써야 생깁니다.
동작은 간단합니다. 글을 쓰면 30초마다 내용의 해시를 계산해서 서버로 보냅니다. 내용 자체는 보내지 않습니다. 서버는 이전 해시를 재료에 넣어 새 해시를 만들고 사슬처럼 엮습니다. 이전 해시를 넣기 때문에 중간을 고치면 검증이 틀어집니다.
아래 두 칸이 저희 입장입니다. 저희가 보증하는 건 하나뿐입니다. 기록이 작성된 뒤에 고쳐지지 않았다는 사실.
AI인지 아닌지는 판정하지 않습니다. 탐지기는 오탐으로 이미 신뢰를 잃었고, 판단의 책임을 기계가 지는 순간 같은 길을 가게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[2장 · 약 1분]
막대 한 칸이 30초입니다. 위로 뻗으면 그 30초 동안 쓴 것, 아래로 뻗으면 지운 것입니다.
왼쪽은 한 시간 동안 직접 쓴 기록입니다. 위아래로 톱니처럼 오갑니다. 43칸 가운데 20칸에서 글이 줄었습니다. 썼다가 지우고 다시 쓴 흔적입니다.
오른쪽은 5분 만에 끝난 기록입니다. 주황색 막대 하나가 1,180자를 한 번에 붙여넣은 겁니다. 그 뒤로는 거의 움직이지 않습니다.
분량은 둘 다 1,100자 정도로 비슷합니다. 시간은 열두 배 차이가 납니다.
여기서 저희는 어느 쪽이 AI인지 말하지 않습니다. 그건 보시는 분이 판단하실 일입니다. 저희는 판단할 재료만 드립니다.
이상입니다.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717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10312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창작 과정 증명 서비스 · 창의프로젝트1 · 2인 1팀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43000"/>
            <a:ext cx="108173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1717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결과물만 보고는 구분할 수 없다.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1717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과정의 기록은 그렇지 않다.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88036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창작 과정을 30초마다 기록하고, 그 기록이 사후에 고쳐지지 않았음을 제3자가 확인하게 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611880"/>
            <a:ext cx="2039112" cy="777240"/>
          </a:xfrm>
          <a:prstGeom prst="roundRect">
            <a:avLst>
              <a:gd name="adj" fmla="val 7059"/>
            </a:avLst>
          </a:prstGeom>
          <a:solidFill>
            <a:srgbClr val="F2F0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3703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94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3950208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 · 웹 에디터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84932" y="3611880"/>
            <a:ext cx="2039112" cy="777240"/>
          </a:xfrm>
          <a:prstGeom prst="roundRect">
            <a:avLst>
              <a:gd name="adj" fmla="val 7059"/>
            </a:avLst>
          </a:prstGeom>
          <a:solidFill>
            <a:srgbClr val="F2F0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49524" y="3703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94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049524" y="3950208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30초마다 스냅샷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84064" y="3611880"/>
            <a:ext cx="2039112" cy="777240"/>
          </a:xfrm>
          <a:prstGeom prst="roundRect">
            <a:avLst>
              <a:gd name="adj" fmla="val 7059"/>
            </a:avLst>
          </a:prstGeom>
          <a:solidFill>
            <a:srgbClr val="F2F0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48656" y="3703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94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248656" y="3950208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SHA-256 해시 체인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283196" y="3611880"/>
            <a:ext cx="2039112" cy="777240"/>
          </a:xfrm>
          <a:prstGeom prst="roundRect">
            <a:avLst>
              <a:gd name="adj" fmla="val 7059"/>
            </a:avLst>
          </a:prstGeom>
          <a:solidFill>
            <a:srgbClr val="F2F0E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47788" y="3703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94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447788" y="3950208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chain.json 저장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482328" y="3611880"/>
            <a:ext cx="2039112" cy="777240"/>
          </a:xfrm>
          <a:prstGeom prst="roundRect">
            <a:avLst>
              <a:gd name="adj" fmla="val 7059"/>
            </a:avLst>
          </a:prstGeom>
          <a:solidFill>
            <a:srgbClr val="F2F0E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46920" y="3703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94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646920" y="3950208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화면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4892040"/>
            <a:ext cx="5248656" cy="1325880"/>
          </a:xfrm>
          <a:prstGeom prst="roundRect">
            <a:avLst>
              <a:gd name="adj" fmla="val 3448"/>
            </a:avLst>
          </a:prstGeom>
          <a:solidFill>
            <a:srgbClr val="F2F0E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4984" y="5239512"/>
            <a:ext cx="137160" cy="1371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52728" y="5138928"/>
            <a:ext cx="4425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7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증명한다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" y="5596128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6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기록이 작성된 뒤 고쳐지지 않았다는 사실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54496" y="4892040"/>
            <a:ext cx="5248656" cy="1325880"/>
          </a:xfrm>
          <a:prstGeom prst="roundRect">
            <a:avLst>
              <a:gd name="adj" fmla="val 3448"/>
            </a:avLst>
          </a:prstGeom>
          <a:solidFill>
            <a:srgbClr val="F2F0EC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0" y="5239512"/>
            <a:ext cx="137160" cy="137160"/>
          </a:xfrm>
          <a:prstGeom prst="ellipse">
            <a:avLst/>
          </a:prstGeom>
          <a:solidFill>
            <a:srgbClr val="C0603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21424" y="5138928"/>
            <a:ext cx="4425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7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증명하지 않는다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5596128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6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본인이 직접 했는지, 무엇이 AI인지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717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10312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글 1,100자를 만드는 두 가지 방법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4300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분량은 같다. 시간은 열두 배 차이가 난다.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 한 칸이 30초. 위로 뻗으면 쓴 것, 아래로 뻗으면 지운 것.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578608"/>
            <a:ext cx="5225796" cy="2788920"/>
          </a:xfrm>
          <a:prstGeom prst="roundRect">
            <a:avLst>
              <a:gd name="adj" fmla="val 1967"/>
            </a:avLst>
          </a:prstGeom>
          <a:solidFill>
            <a:srgbClr val="F2F0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96696" y="2816352"/>
            <a:ext cx="4604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7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쓴 글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96696" y="3200400"/>
            <a:ext cx="4604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1분 · 붙여넣기 0% · 되돌리기 71회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6696" y="4270248"/>
            <a:ext cx="4604004" cy="9144"/>
          </a:xfrm>
          <a:prstGeom prst="rect">
            <a:avLst/>
          </a:prstGeom>
          <a:solidFill>
            <a:srgbClr val="D9D5CF"/>
          </a:solidFill>
          <a:ln/>
        </p:spPr>
      </p:sp>
      <p:sp>
        <p:nvSpPr>
          <p:cNvPr id="10" name="Shape 8"/>
          <p:cNvSpPr/>
          <p:nvPr/>
        </p:nvSpPr>
        <p:spPr>
          <a:xfrm>
            <a:off x="996696" y="4256532"/>
            <a:ext cx="87421" cy="18288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11" name="Shape 9"/>
          <p:cNvSpPr/>
          <p:nvPr/>
        </p:nvSpPr>
        <p:spPr>
          <a:xfrm>
            <a:off x="1104234" y="4000774"/>
            <a:ext cx="87421" cy="274046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12" name="Shape 10"/>
          <p:cNvSpPr/>
          <p:nvPr/>
        </p:nvSpPr>
        <p:spPr>
          <a:xfrm>
            <a:off x="1211771" y="4274820"/>
            <a:ext cx="87421" cy="257381"/>
          </a:xfrm>
          <a:prstGeom prst="rect">
            <a:avLst/>
          </a:prstGeom>
          <a:solidFill>
            <a:srgbClr val="BFBAB2"/>
          </a:solidFill>
          <a:ln/>
        </p:spPr>
      </p:sp>
      <p:sp>
        <p:nvSpPr>
          <p:cNvPr id="13" name="Shape 11"/>
          <p:cNvSpPr/>
          <p:nvPr/>
        </p:nvSpPr>
        <p:spPr>
          <a:xfrm>
            <a:off x="1319309" y="3794623"/>
            <a:ext cx="87421" cy="480197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14" name="Shape 12"/>
          <p:cNvSpPr/>
          <p:nvPr/>
        </p:nvSpPr>
        <p:spPr>
          <a:xfrm>
            <a:off x="1426847" y="3897699"/>
            <a:ext cx="87421" cy="377121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15" name="Shape 13"/>
          <p:cNvSpPr/>
          <p:nvPr/>
        </p:nvSpPr>
        <p:spPr>
          <a:xfrm>
            <a:off x="1534384" y="3966210"/>
            <a:ext cx="87421" cy="30861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16" name="Shape 14"/>
          <p:cNvSpPr/>
          <p:nvPr/>
        </p:nvSpPr>
        <p:spPr>
          <a:xfrm>
            <a:off x="1641922" y="4274820"/>
            <a:ext cx="87421" cy="188869"/>
          </a:xfrm>
          <a:prstGeom prst="rect">
            <a:avLst/>
          </a:prstGeom>
          <a:solidFill>
            <a:srgbClr val="BFBAB2"/>
          </a:solidFill>
          <a:ln/>
        </p:spPr>
      </p:sp>
      <p:sp>
        <p:nvSpPr>
          <p:cNvPr id="17" name="Shape 15"/>
          <p:cNvSpPr/>
          <p:nvPr/>
        </p:nvSpPr>
        <p:spPr>
          <a:xfrm>
            <a:off x="1749460" y="4274820"/>
            <a:ext cx="87421" cy="154305"/>
          </a:xfrm>
          <a:prstGeom prst="rect">
            <a:avLst/>
          </a:prstGeom>
          <a:solidFill>
            <a:srgbClr val="BFBAB2"/>
          </a:solidFill>
          <a:ln/>
        </p:spPr>
      </p:sp>
      <p:sp>
        <p:nvSpPr>
          <p:cNvPr id="18" name="Shape 16"/>
          <p:cNvSpPr/>
          <p:nvPr/>
        </p:nvSpPr>
        <p:spPr>
          <a:xfrm>
            <a:off x="1856998" y="4000774"/>
            <a:ext cx="87421" cy="274046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19" name="Shape 17"/>
          <p:cNvSpPr/>
          <p:nvPr/>
        </p:nvSpPr>
        <p:spPr>
          <a:xfrm>
            <a:off x="1964535" y="3726111"/>
            <a:ext cx="87421" cy="548709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0" name="Shape 18"/>
          <p:cNvSpPr/>
          <p:nvPr/>
        </p:nvSpPr>
        <p:spPr>
          <a:xfrm>
            <a:off x="2072073" y="4274820"/>
            <a:ext cx="87421" cy="171587"/>
          </a:xfrm>
          <a:prstGeom prst="rect">
            <a:avLst/>
          </a:prstGeom>
          <a:solidFill>
            <a:srgbClr val="BFBAB2"/>
          </a:solidFill>
          <a:ln/>
        </p:spPr>
      </p:sp>
      <p:sp>
        <p:nvSpPr>
          <p:cNvPr id="21" name="Shape 19"/>
          <p:cNvSpPr/>
          <p:nvPr/>
        </p:nvSpPr>
        <p:spPr>
          <a:xfrm>
            <a:off x="2179611" y="3657600"/>
            <a:ext cx="87421" cy="61722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2" name="Shape 20"/>
          <p:cNvSpPr/>
          <p:nvPr/>
        </p:nvSpPr>
        <p:spPr>
          <a:xfrm>
            <a:off x="2287148" y="3726111"/>
            <a:ext cx="87421" cy="548709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3" name="Shape 21"/>
          <p:cNvSpPr/>
          <p:nvPr/>
        </p:nvSpPr>
        <p:spPr>
          <a:xfrm>
            <a:off x="2394686" y="3863134"/>
            <a:ext cx="87421" cy="411686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4" name="Shape 22"/>
          <p:cNvSpPr/>
          <p:nvPr/>
        </p:nvSpPr>
        <p:spPr>
          <a:xfrm>
            <a:off x="2502224" y="3914981"/>
            <a:ext cx="87421" cy="359839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5" name="Shape 23"/>
          <p:cNvSpPr/>
          <p:nvPr/>
        </p:nvSpPr>
        <p:spPr>
          <a:xfrm>
            <a:off x="2609761" y="3931646"/>
            <a:ext cx="87421" cy="343174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6" name="Shape 24"/>
          <p:cNvSpPr/>
          <p:nvPr/>
        </p:nvSpPr>
        <p:spPr>
          <a:xfrm>
            <a:off x="2717299" y="4274820"/>
            <a:ext cx="87421" cy="119741"/>
          </a:xfrm>
          <a:prstGeom prst="rect">
            <a:avLst/>
          </a:prstGeom>
          <a:solidFill>
            <a:srgbClr val="BFBAB2"/>
          </a:solidFill>
          <a:ln/>
        </p:spPr>
      </p:sp>
      <p:sp>
        <p:nvSpPr>
          <p:cNvPr id="27" name="Shape 25"/>
          <p:cNvSpPr/>
          <p:nvPr/>
        </p:nvSpPr>
        <p:spPr>
          <a:xfrm>
            <a:off x="2824837" y="3983492"/>
            <a:ext cx="87421" cy="291328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2374" y="3846469"/>
            <a:ext cx="87421" cy="428351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9" name="Shape 27"/>
          <p:cNvSpPr/>
          <p:nvPr/>
        </p:nvSpPr>
        <p:spPr>
          <a:xfrm>
            <a:off x="3039912" y="4274820"/>
            <a:ext cx="87421" cy="119741"/>
          </a:xfrm>
          <a:prstGeom prst="rect">
            <a:avLst/>
          </a:prstGeom>
          <a:solidFill>
            <a:srgbClr val="BFBAB2"/>
          </a:solidFill>
          <a:ln/>
        </p:spPr>
      </p:sp>
      <p:sp>
        <p:nvSpPr>
          <p:cNvPr id="30" name="Shape 28"/>
          <p:cNvSpPr/>
          <p:nvPr/>
        </p:nvSpPr>
        <p:spPr>
          <a:xfrm>
            <a:off x="3147450" y="4274820"/>
            <a:ext cx="87421" cy="119741"/>
          </a:xfrm>
          <a:prstGeom prst="rect">
            <a:avLst/>
          </a:prstGeom>
          <a:solidFill>
            <a:srgbClr val="BFBAB2"/>
          </a:solidFill>
          <a:ln/>
        </p:spPr>
      </p:sp>
      <p:sp>
        <p:nvSpPr>
          <p:cNvPr id="31" name="Shape 29"/>
          <p:cNvSpPr/>
          <p:nvPr/>
        </p:nvSpPr>
        <p:spPr>
          <a:xfrm>
            <a:off x="3254988" y="4274820"/>
            <a:ext cx="87421" cy="240099"/>
          </a:xfrm>
          <a:prstGeom prst="rect">
            <a:avLst/>
          </a:prstGeom>
          <a:solidFill>
            <a:srgbClr val="BFBAB2"/>
          </a:solidFill>
          <a:ln/>
        </p:spPr>
      </p:sp>
      <p:sp>
        <p:nvSpPr>
          <p:cNvPr id="32" name="Shape 30"/>
          <p:cNvSpPr/>
          <p:nvPr/>
        </p:nvSpPr>
        <p:spPr>
          <a:xfrm>
            <a:off x="3362525" y="4274820"/>
            <a:ext cx="87421" cy="205534"/>
          </a:xfrm>
          <a:prstGeom prst="rect">
            <a:avLst/>
          </a:prstGeom>
          <a:solidFill>
            <a:srgbClr val="BFBAB2"/>
          </a:solidFill>
          <a:ln/>
        </p:spPr>
      </p:sp>
      <p:sp>
        <p:nvSpPr>
          <p:cNvPr id="33" name="Shape 31"/>
          <p:cNvSpPr/>
          <p:nvPr/>
        </p:nvSpPr>
        <p:spPr>
          <a:xfrm>
            <a:off x="3470063" y="3846469"/>
            <a:ext cx="87421" cy="428351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34" name="Shape 32"/>
          <p:cNvSpPr/>
          <p:nvPr/>
        </p:nvSpPr>
        <p:spPr>
          <a:xfrm>
            <a:off x="3577601" y="4274820"/>
            <a:ext cx="87421" cy="137023"/>
          </a:xfrm>
          <a:prstGeom prst="rect">
            <a:avLst/>
          </a:prstGeom>
          <a:solidFill>
            <a:srgbClr val="BFBAB2"/>
          </a:solidFill>
          <a:ln/>
        </p:spPr>
      </p:sp>
      <p:sp>
        <p:nvSpPr>
          <p:cNvPr id="35" name="Shape 33"/>
          <p:cNvSpPr/>
          <p:nvPr/>
        </p:nvSpPr>
        <p:spPr>
          <a:xfrm>
            <a:off x="3685138" y="4274820"/>
            <a:ext cx="87421" cy="222816"/>
          </a:xfrm>
          <a:prstGeom prst="rect">
            <a:avLst/>
          </a:prstGeom>
          <a:solidFill>
            <a:srgbClr val="BFBAB2"/>
          </a:solidFill>
          <a:ln/>
        </p:spPr>
      </p:sp>
      <p:sp>
        <p:nvSpPr>
          <p:cNvPr id="36" name="Shape 34"/>
          <p:cNvSpPr/>
          <p:nvPr/>
        </p:nvSpPr>
        <p:spPr>
          <a:xfrm>
            <a:off x="3792676" y="4017439"/>
            <a:ext cx="87421" cy="257381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37" name="Shape 35"/>
          <p:cNvSpPr/>
          <p:nvPr/>
        </p:nvSpPr>
        <p:spPr>
          <a:xfrm>
            <a:off x="3900214" y="4274820"/>
            <a:ext cx="87421" cy="274046"/>
          </a:xfrm>
          <a:prstGeom prst="rect">
            <a:avLst/>
          </a:prstGeom>
          <a:solidFill>
            <a:srgbClr val="BFBAB2"/>
          </a:solidFill>
          <a:ln/>
        </p:spPr>
      </p:sp>
      <p:sp>
        <p:nvSpPr>
          <p:cNvPr id="38" name="Shape 36"/>
          <p:cNvSpPr/>
          <p:nvPr/>
        </p:nvSpPr>
        <p:spPr>
          <a:xfrm>
            <a:off x="4007751" y="4274820"/>
            <a:ext cx="87421" cy="240099"/>
          </a:xfrm>
          <a:prstGeom prst="rect">
            <a:avLst/>
          </a:prstGeom>
          <a:solidFill>
            <a:srgbClr val="BFBAB2"/>
          </a:solidFill>
          <a:ln/>
        </p:spPr>
      </p:sp>
      <p:sp>
        <p:nvSpPr>
          <p:cNvPr id="39" name="Shape 37"/>
          <p:cNvSpPr/>
          <p:nvPr/>
        </p:nvSpPr>
        <p:spPr>
          <a:xfrm>
            <a:off x="4115289" y="3914981"/>
            <a:ext cx="87421" cy="359839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40" name="Shape 38"/>
          <p:cNvSpPr/>
          <p:nvPr/>
        </p:nvSpPr>
        <p:spPr>
          <a:xfrm>
            <a:off x="4222827" y="4274820"/>
            <a:ext cx="87421" cy="85794"/>
          </a:xfrm>
          <a:prstGeom prst="rect">
            <a:avLst/>
          </a:prstGeom>
          <a:solidFill>
            <a:srgbClr val="BFBAB2"/>
          </a:solidFill>
          <a:ln/>
        </p:spPr>
      </p:sp>
      <p:sp>
        <p:nvSpPr>
          <p:cNvPr id="41" name="Shape 39"/>
          <p:cNvSpPr/>
          <p:nvPr/>
        </p:nvSpPr>
        <p:spPr>
          <a:xfrm>
            <a:off x="4330364" y="4274820"/>
            <a:ext cx="87421" cy="222816"/>
          </a:xfrm>
          <a:prstGeom prst="rect">
            <a:avLst/>
          </a:prstGeom>
          <a:solidFill>
            <a:srgbClr val="BFBAB2"/>
          </a:solidFill>
          <a:ln/>
        </p:spPr>
      </p:sp>
      <p:sp>
        <p:nvSpPr>
          <p:cNvPr id="42" name="Shape 40"/>
          <p:cNvSpPr/>
          <p:nvPr/>
        </p:nvSpPr>
        <p:spPr>
          <a:xfrm>
            <a:off x="4437902" y="3863134"/>
            <a:ext cx="87421" cy="411686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43" name="Shape 41"/>
          <p:cNvSpPr/>
          <p:nvPr/>
        </p:nvSpPr>
        <p:spPr>
          <a:xfrm>
            <a:off x="4545440" y="4274820"/>
            <a:ext cx="87421" cy="205534"/>
          </a:xfrm>
          <a:prstGeom prst="rect">
            <a:avLst/>
          </a:prstGeom>
          <a:solidFill>
            <a:srgbClr val="BFBAB2"/>
          </a:solidFill>
          <a:ln/>
        </p:spPr>
      </p:sp>
      <p:sp>
        <p:nvSpPr>
          <p:cNvPr id="44" name="Shape 42"/>
          <p:cNvSpPr/>
          <p:nvPr/>
        </p:nvSpPr>
        <p:spPr>
          <a:xfrm>
            <a:off x="4652978" y="4274820"/>
            <a:ext cx="87421" cy="171587"/>
          </a:xfrm>
          <a:prstGeom prst="rect">
            <a:avLst/>
          </a:prstGeom>
          <a:solidFill>
            <a:srgbClr val="BFBAB2"/>
          </a:solidFill>
          <a:ln/>
        </p:spPr>
      </p:sp>
      <p:sp>
        <p:nvSpPr>
          <p:cNvPr id="45" name="Shape 43"/>
          <p:cNvSpPr/>
          <p:nvPr/>
        </p:nvSpPr>
        <p:spPr>
          <a:xfrm>
            <a:off x="4760515" y="3914981"/>
            <a:ext cx="87421" cy="359839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46" name="Shape 44"/>
          <p:cNvSpPr/>
          <p:nvPr/>
        </p:nvSpPr>
        <p:spPr>
          <a:xfrm>
            <a:off x="4868053" y="4274820"/>
            <a:ext cx="87421" cy="171587"/>
          </a:xfrm>
          <a:prstGeom prst="rect">
            <a:avLst/>
          </a:prstGeom>
          <a:solidFill>
            <a:srgbClr val="BFBAB2"/>
          </a:solidFill>
          <a:ln/>
        </p:spPr>
      </p:sp>
      <p:sp>
        <p:nvSpPr>
          <p:cNvPr id="47" name="Shape 45"/>
          <p:cNvSpPr/>
          <p:nvPr/>
        </p:nvSpPr>
        <p:spPr>
          <a:xfrm>
            <a:off x="4975591" y="4274820"/>
            <a:ext cx="87421" cy="119741"/>
          </a:xfrm>
          <a:prstGeom prst="rect">
            <a:avLst/>
          </a:prstGeom>
          <a:solidFill>
            <a:srgbClr val="BFBAB2"/>
          </a:solidFill>
          <a:ln/>
        </p:spPr>
      </p:sp>
      <p:sp>
        <p:nvSpPr>
          <p:cNvPr id="48" name="Shape 46"/>
          <p:cNvSpPr/>
          <p:nvPr/>
        </p:nvSpPr>
        <p:spPr>
          <a:xfrm>
            <a:off x="5083128" y="4069286"/>
            <a:ext cx="87421" cy="205534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49" name="Shape 47"/>
          <p:cNvSpPr/>
          <p:nvPr/>
        </p:nvSpPr>
        <p:spPr>
          <a:xfrm>
            <a:off x="5190666" y="3931646"/>
            <a:ext cx="87421" cy="343174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50" name="Shape 48"/>
          <p:cNvSpPr/>
          <p:nvPr/>
        </p:nvSpPr>
        <p:spPr>
          <a:xfrm>
            <a:off x="5298204" y="3931646"/>
            <a:ext cx="87421" cy="343174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51" name="Shape 49"/>
          <p:cNvSpPr/>
          <p:nvPr/>
        </p:nvSpPr>
        <p:spPr>
          <a:xfrm>
            <a:off x="5405741" y="3880416"/>
            <a:ext cx="87421" cy="394404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52" name="Shape 50"/>
          <p:cNvSpPr/>
          <p:nvPr/>
        </p:nvSpPr>
        <p:spPr>
          <a:xfrm>
            <a:off x="5513279" y="4274820"/>
            <a:ext cx="87421" cy="51229"/>
          </a:xfrm>
          <a:prstGeom prst="rect">
            <a:avLst/>
          </a:prstGeom>
          <a:solidFill>
            <a:srgbClr val="BFBAB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996696" y="4983480"/>
            <a:ext cx="4604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43칸 중 20칸에서 글이 줄었다 — 썼다 지우고 다시 쓴 흔적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277356" y="2578608"/>
            <a:ext cx="5225796" cy="2788920"/>
          </a:xfrm>
          <a:prstGeom prst="roundRect">
            <a:avLst>
              <a:gd name="adj" fmla="val 1967"/>
            </a:avLst>
          </a:prstGeom>
          <a:solidFill>
            <a:srgbClr val="F2F0EC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588252" y="2816352"/>
            <a:ext cx="4604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7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붙여넣기가 많은 글</a:t>
            </a:r>
            <a:endParaRPr lang="en-US" sz="1700" dirty="0"/>
          </a:p>
        </p:txBody>
      </p:sp>
      <p:sp>
        <p:nvSpPr>
          <p:cNvPr id="56" name="Text 54"/>
          <p:cNvSpPr txBox="1"/>
          <p:nvPr/>
        </p:nvSpPr>
        <p:spPr>
          <a:xfrm>
            <a:off x="6588252" y="3200400"/>
            <a:ext cx="4604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· 붙여넣기 95% · 되돌리기 0회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588252" y="4270248"/>
            <a:ext cx="4604004" cy="9144"/>
          </a:xfrm>
          <a:prstGeom prst="rect">
            <a:avLst/>
          </a:prstGeom>
          <a:solidFill>
            <a:srgbClr val="D9D5CF"/>
          </a:solidFill>
          <a:ln/>
        </p:spPr>
      </p:sp>
      <p:sp>
        <p:nvSpPr>
          <p:cNvPr id="58" name="Shape 56"/>
          <p:cNvSpPr/>
          <p:nvPr/>
        </p:nvSpPr>
        <p:spPr>
          <a:xfrm>
            <a:off x="6588252" y="4256532"/>
            <a:ext cx="398678" cy="18288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59" name="Shape 57"/>
          <p:cNvSpPr/>
          <p:nvPr/>
        </p:nvSpPr>
        <p:spPr>
          <a:xfrm>
            <a:off x="7055510" y="3657600"/>
            <a:ext cx="398678" cy="617220"/>
          </a:xfrm>
          <a:prstGeom prst="rect">
            <a:avLst/>
          </a:prstGeom>
          <a:solidFill>
            <a:srgbClr val="C0603F"/>
          </a:solidFill>
          <a:ln/>
        </p:spPr>
      </p:sp>
      <p:sp>
        <p:nvSpPr>
          <p:cNvPr id="60" name="Shape 58"/>
          <p:cNvSpPr/>
          <p:nvPr/>
        </p:nvSpPr>
        <p:spPr>
          <a:xfrm>
            <a:off x="7522769" y="4256532"/>
            <a:ext cx="398678" cy="18288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1" name="Shape 59"/>
          <p:cNvSpPr/>
          <p:nvPr/>
        </p:nvSpPr>
        <p:spPr>
          <a:xfrm>
            <a:off x="7990027" y="4274820"/>
            <a:ext cx="398678" cy="18288"/>
          </a:xfrm>
          <a:prstGeom prst="rect">
            <a:avLst/>
          </a:prstGeom>
          <a:solidFill>
            <a:srgbClr val="BFBAB2"/>
          </a:solidFill>
          <a:ln/>
        </p:spPr>
      </p:sp>
      <p:sp>
        <p:nvSpPr>
          <p:cNvPr id="62" name="Shape 60"/>
          <p:cNvSpPr/>
          <p:nvPr/>
        </p:nvSpPr>
        <p:spPr>
          <a:xfrm>
            <a:off x="8457286" y="4256532"/>
            <a:ext cx="398678" cy="18288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3" name="Shape 61"/>
          <p:cNvSpPr/>
          <p:nvPr/>
        </p:nvSpPr>
        <p:spPr>
          <a:xfrm>
            <a:off x="8924544" y="4256532"/>
            <a:ext cx="398678" cy="18288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4" name="Shape 62"/>
          <p:cNvSpPr/>
          <p:nvPr/>
        </p:nvSpPr>
        <p:spPr>
          <a:xfrm>
            <a:off x="9391802" y="4256532"/>
            <a:ext cx="398678" cy="18288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5" name="Shape 63"/>
          <p:cNvSpPr/>
          <p:nvPr/>
        </p:nvSpPr>
        <p:spPr>
          <a:xfrm>
            <a:off x="9859061" y="4256532"/>
            <a:ext cx="398678" cy="18288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6" name="Shape 64"/>
          <p:cNvSpPr/>
          <p:nvPr/>
        </p:nvSpPr>
        <p:spPr>
          <a:xfrm>
            <a:off x="10326319" y="4256532"/>
            <a:ext cx="398678" cy="18288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7" name="Shape 65"/>
          <p:cNvSpPr/>
          <p:nvPr/>
        </p:nvSpPr>
        <p:spPr>
          <a:xfrm>
            <a:off x="10793578" y="4256532"/>
            <a:ext cx="398678" cy="18288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6588252" y="4983480"/>
            <a:ext cx="4604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주황 막대 하나가 밖에서 들어온 1,180자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685800" y="58064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7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AI인지 우리는 말하지 않는다.</a:t>
            </a:r>
            <a:pPr indent="0" marL="0">
              <a:buNone/>
            </a:pPr>
            <a:r>
              <a:rPr lang="en-US" sz="1700" dirty="0">
                <a:solidFill>
                  <a:srgbClr val="6F6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판단할 재료만 드린다.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 — 창작 과정 증명 서비스</dc:title>
  <dc:subject>PptxGenJS Presentation</dc:subject>
  <dc:creator>창의프로젝트1 2인 1팀</dc:creator>
  <cp:lastModifiedBy>창의프로젝트1 2인 1팀</cp:lastModifiedBy>
  <cp:revision>1</cp:revision>
  <dcterms:created xsi:type="dcterms:W3CDTF">2026-09-15T06:05:27Z</dcterms:created>
  <dcterms:modified xsi:type="dcterms:W3CDTF">2026-09-15T06:05:27Z</dcterms:modified>
</cp:coreProperties>
</file>